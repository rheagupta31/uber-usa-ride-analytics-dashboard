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Uber USA 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Project – United States</a:t>
            </a:r>
          </a:p>
          <a:p/>
          <a:p>
            <a:r>
              <a:t>Prepared by: Rhea Gupta</a:t>
            </a:r>
          </a:p>
          <a:p>
            <a:r>
              <a:t>Role: Data Analytics Project – United States</a:t>
            </a:r>
          </a:p>
          <a:p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Uber operates at large scale across major US cities with complex ride data</a:t>
            </a:r>
          </a:p>
          <a:p>
            <a:r>
              <a:t>• Business decisions require analytical insights</a:t>
            </a:r>
          </a:p>
          <a:p>
            <a:r>
              <a:t>• Key challenges include revenue loss, cancellations, and demand patterns across 8 cities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150,000 ride-level transactions across 8 major US cities (2024)</a:t>
            </a:r>
          </a:p>
          <a:p>
            <a:r>
              <a:t>• Includes booking, customer, vehicle, location &amp; time data in USD / miles</a:t>
            </a:r>
          </a:p>
          <a:p>
            <a:r>
              <a:t>• Vehicles: UberX, Uber XL, Uber Black, Uber Comfort, UberX Share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 Page</a:t>
            </a:r>
          </a:p>
          <a:p>
            <a:r>
              <a:t>• Vehicle Page</a:t>
            </a:r>
          </a:p>
          <a:p>
            <a:r>
              <a:t>• Revenue Page</a:t>
            </a:r>
          </a:p>
          <a:p>
            <a:r>
              <a:t>• Customer Page</a:t>
            </a:r>
          </a:p>
          <a:p>
            <a:r>
              <a:t>• Location Page</a:t>
            </a:r>
          </a:p>
          <a:p>
            <a:r>
              <a:t>• Interactive filters &amp;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High-level KPIs: bookings, revenue ($), distance (miles)</a:t>
            </a:r>
          </a:p>
          <a:p>
            <a:r>
              <a:t>• Time-based trends</a:t>
            </a:r>
          </a:p>
          <a:p>
            <a:r>
              <a:t>• Business performance snapshot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UberX, Uber XL, Uber Black, Uber Comfort, UberX Share metrics</a:t>
            </a:r>
          </a:p>
          <a:p>
            <a:r>
              <a:t>• Completion &amp; incomplete rates</a:t>
            </a:r>
          </a:p>
          <a:p>
            <a:r>
              <a:t>• Fleet optimization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&amp; quarterly revenue trends</a:t>
            </a:r>
          </a:p>
          <a:p>
            <a:r>
              <a:t>• Revenue by vehicle type and payment method (Credit Card, Apple Pay, etc.)</a:t>
            </a:r>
          </a:p>
          <a:p>
            <a:r>
              <a:t>• Revenue risk and loss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segmentation</a:t>
            </a:r>
          </a:p>
          <a:p>
            <a:r>
              <a:t>• Cancellation behavior analysis</a:t>
            </a:r>
          </a:p>
          <a:p>
            <a:r>
              <a:t>• Revenue impact due to customer cancellations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US neighborhoods: NYC, LA, Chicago, Houston, Miami, SF, Seattle, Atlanta</a:t>
            </a:r>
          </a:p>
          <a:p>
            <a:r>
              <a:t>• Distance trends</a:t>
            </a:r>
          </a:p>
          <a:p>
            <a:r>
              <a:t>• Peak demand time slots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 Power BI</a:t>
            </a:r>
          </a:p>
          <a:p>
            <a:r>
              <a:t>• DAX &amp; Data Modeling</a:t>
            </a:r>
          </a:p>
          <a:p>
            <a:r>
              <a:t>• Business Analytics &amp;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Data-driven decisions</a:t>
            </a:r>
          </a:p>
          <a:p>
            <a:r>
              <a:t>• Revenue optimization</a:t>
            </a:r>
          </a:p>
          <a:p>
            <a:r>
              <a:t>• Operational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real-world US market analytics with 150K ride dataset</a:t>
            </a:r>
          </a:p>
          <a:p>
            <a:r>
              <a:t>• Dashboard storytelling</a:t>
            </a:r>
          </a:p>
          <a:p>
            <a:r>
              <a:t>• Future: predictive demand by US city, surge pricing &amp; churn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